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3333413" cy="749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-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371" y="1128409"/>
            <a:ext cx="4572000" cy="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dirty="0">
                <a:solidFill>
                  <a:srgbClr val="505050"/>
                </a:solidFill>
                <a:latin typeface="Calibri"/>
              </a:rPr>
              <a:t>Business Case Study | Business Analyst Portfolio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dirty="0">
                <a:solidFill>
                  <a:srgbClr val="505050"/>
                </a:solidFill>
                <a:latin typeface="Calibri"/>
              </a:rPr>
              <a:t>Prepared by </a:t>
            </a:r>
            <a:r>
              <a:rPr sz="1600" dirty="0" err="1">
                <a:solidFill>
                  <a:srgbClr val="505050"/>
                </a:solidFill>
                <a:latin typeface="Calibri"/>
              </a:rPr>
              <a:t>Rohit</a:t>
            </a:r>
            <a:r>
              <a:rPr sz="1600" dirty="0">
                <a:solidFill>
                  <a:srgbClr val="505050"/>
                </a:solidFill>
                <a:latin typeface="Calibri"/>
              </a:rPr>
              <a:t> P. B</a:t>
            </a:r>
            <a:r>
              <a:rPr sz="1600" dirty="0" smtClean="0">
                <a:solidFill>
                  <a:srgbClr val="505050"/>
                </a:solidFill>
                <a:latin typeface="Calibri"/>
              </a:rPr>
              <a:t>.</a:t>
            </a:r>
            <a:endParaRPr sz="1600" dirty="0">
              <a:solidFill>
                <a:srgbClr val="505050"/>
              </a:solidFill>
              <a:latin typeface="Calibri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sz="1600" dirty="0">
              <a:solidFill>
                <a:srgbClr val="505050"/>
              </a:solidFill>
              <a:latin typeface="Calibri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dirty="0">
                <a:solidFill>
                  <a:srgbClr val="505050"/>
                </a:solidFill>
                <a:latin typeface="Calibri"/>
              </a:rPr>
              <a:t>LinkedIn: linkedin.com/in/rohit-p-b-a04b87369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dirty="0" err="1">
                <a:solidFill>
                  <a:srgbClr val="505050"/>
                </a:solidFill>
                <a:latin typeface="Calibri"/>
              </a:rPr>
              <a:t>GitHub</a:t>
            </a:r>
            <a:r>
              <a:rPr sz="1600" dirty="0">
                <a:solidFill>
                  <a:srgbClr val="505050"/>
                </a:solidFill>
                <a:latin typeface="Calibri"/>
              </a:rPr>
              <a:t>: github.com/Rohit17-TVM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dirty="0">
                <a:solidFill>
                  <a:srgbClr val="505050"/>
                </a:solidFill>
                <a:latin typeface="Calibri"/>
              </a:rPr>
              <a:t>Medium: medium.com/@</a:t>
            </a:r>
            <a:r>
              <a:rPr sz="1600" dirty="0" smtClean="0">
                <a:solidFill>
                  <a:srgbClr val="505050"/>
                </a:solidFill>
                <a:latin typeface="Calibri"/>
              </a:rPr>
              <a:t>rohitpb17</a:t>
            </a:r>
            <a:endParaRPr lang="en-US" sz="1600" dirty="0" smtClean="0">
              <a:solidFill>
                <a:srgbClr val="505050"/>
              </a:solidFill>
              <a:latin typeface="Calibri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600" dirty="0" smtClean="0">
                <a:solidFill>
                  <a:srgbClr val="505050"/>
                </a:solidFill>
                <a:latin typeface="Calibri"/>
              </a:rPr>
              <a:t>June 2026</a:t>
            </a:r>
            <a:endParaRPr sz="1600" dirty="0">
              <a:solidFill>
                <a:srgbClr val="50505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HR Reporting &amp;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6895" y="1882190"/>
            <a:ext cx="158825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F3864"/>
                </a:solidFill>
                <a:latin typeface="Calibri"/>
              </a:rPr>
              <a:t>Professional </a:t>
            </a:r>
            <a:r>
              <a:rPr sz="1300" b="1" dirty="0" smtClean="0">
                <a:solidFill>
                  <a:srgbClr val="1F3864"/>
                </a:solidFill>
                <a:latin typeface="Calibri"/>
              </a:rPr>
              <a:t>P</a:t>
            </a:r>
            <a:r>
              <a:rPr lang="en-US" sz="1300" b="1" dirty="0" smtClean="0">
                <a:solidFill>
                  <a:srgbClr val="1F3864"/>
                </a:solidFill>
                <a:latin typeface="Calibri"/>
              </a:rPr>
              <a:t>rofiles</a:t>
            </a:r>
          </a:p>
          <a:p>
            <a:endParaRPr sz="1300" b="1" dirty="0">
              <a:solidFill>
                <a:srgbClr val="1F386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Enhanced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KPI visibility using centralized dashboards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lang="en-US" sz="1800" dirty="0" smtClean="0">
                <a:solidFill>
                  <a:srgbClr val="000000"/>
                </a:solidFill>
                <a:latin typeface="Calibri"/>
              </a:rPr>
              <a:t>Improved HR reporting efficiency through workflow optimization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Reduced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manual reporting dependencies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Supported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data-driven HR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Spreadsheet-based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HR reporting workflows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Delayed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KPI visibility and workforce insights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Need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for centralized reporting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Business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Manual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KPI calculations and reporting activities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Limited dashboard visibility and reporting consistency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Time-consuming report preparation process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Operational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inefficiencies in workforce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Improve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reporting efficiency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Centralize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workforce analytics visibility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Enable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interactive dashboard reporting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Support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analytical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Business 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_Text_AS_I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7315200" cy="6400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Current State Analysis (AS-IS Workflow)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Centralized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dashboard-based reporting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Workflow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optimization and KPI visibility enhancement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Interactive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HR analytics dashboards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Structured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reporting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Proposed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_Text_TO_B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7315200" cy="6400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Future State Analysis (TO-BE Workflow)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Interactive dashboards improved reporting visibility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Centralized analytics supported operational planning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Improved KPI accessibility for management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Key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Standardize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HR reporting workflows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Reduce manual reporting dependencies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Improve dashboard visibility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Enhance KPI tracking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Reduced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manual reporting effort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Improved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workforce KPI visibility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Enhanced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operational reporting consistency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Faster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business 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Business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Microsoft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Excel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Power BI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Power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Query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Workflow Analysis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defRPr sz="1800"/>
            </a:pPr>
            <a:r>
              <a:rPr sz="180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Dashboard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Tools &amp; Technologies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505050"/>
                </a:solidFill>
                <a:latin typeface="Calibri"/>
              </a:defRPr>
            </a:pPr>
            <a:r>
              <a:t>Thank you for reviewing this Business Analyst portfolio case study.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73737"/>
                </a:solidFill>
                <a:latin typeface="Calibri"/>
              </a:rPr>
              <a:t>Rohit P. B.</a:t>
            </a:r>
          </a:p>
          <a:p>
            <a:pPr algn="l"/>
            <a:r>
              <a:rPr sz="1400" b="0">
                <a:solidFill>
                  <a:srgbClr val="373737"/>
                </a:solidFill>
                <a:latin typeface="Calibri"/>
              </a:rPr>
              <a:t>Business Analyst Portfolio</a:t>
            </a:r>
          </a:p>
          <a:p>
            <a:pPr algn="l"/>
            <a:r>
              <a:rPr sz="1400" b="0">
                <a:solidFill>
                  <a:srgbClr val="373737"/>
                </a:solidFill>
                <a:latin typeface="Calibri"/>
              </a:rPr>
              <a:t>LinkedIn: linkedin.com/in/rohit-p-b-a04b87369</a:t>
            </a:r>
          </a:p>
          <a:p>
            <a:pPr algn="l"/>
            <a:r>
              <a:rPr sz="1400" b="0">
                <a:solidFill>
                  <a:srgbClr val="373737"/>
                </a:solidFill>
                <a:latin typeface="Calibri"/>
              </a:rPr>
              <a:t>GitHub: github.com/Rohit17-TVM</a:t>
            </a:r>
          </a:p>
          <a:p>
            <a:pPr algn="l"/>
            <a:r>
              <a:rPr sz="1400" b="0">
                <a:solidFill>
                  <a:srgbClr val="373737"/>
                </a:solidFill>
                <a:latin typeface="Calibri"/>
              </a:rPr>
              <a:t>Medium: medium.com/@rohitpb17</a:t>
            </a:r>
          </a:p>
          <a:p>
            <a:pPr algn="l"/>
            <a:r>
              <a:rPr sz="1400" b="0">
                <a:solidFill>
                  <a:srgbClr val="373737"/>
                </a:solidFill>
                <a:latin typeface="Calibri"/>
              </a:rPr>
              <a:t>Email: rohitpb17@gmail.com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Rohit P. B. | Business Analyst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376</Words>
  <Application>Microsoft Office PowerPoint</Application>
  <PresentationFormat>Custom</PresentationFormat>
  <Paragraphs>87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dc:description>generated using python-pptx</dc:description>
  <cp:lastModifiedBy>user</cp:lastModifiedBy>
  <cp:revision>2</cp:revision>
  <dcterms:created xsi:type="dcterms:W3CDTF">2013-01-27T09:14:16Z</dcterms:created>
  <dcterms:modified xsi:type="dcterms:W3CDTF">2026-06-04T12:40:33Z</dcterms:modified>
</cp:coreProperties>
</file>